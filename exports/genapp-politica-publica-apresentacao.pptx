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Geração de uma Aplicação de IA no Setor Público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Processo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Da identificação do problema público à entrega personalizada ao cidadão — o fluxo completo de uma GenApp de Política Pública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Visão geral do processo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Atores envolvidos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Fase 0 — Compreensão e Design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Fase 1 — Engenharia de Dados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Fase 2 — Conformidade e Ética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Fase 3 — Fábrica da Solução (GenApp)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Fase 4 — Entrega e Monitoramento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Ciclo de feedback e ajuste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Arquitetura técnica integrada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Núcleos CPQD envolvidos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Governança e Guard Rails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Métricas e KPIs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Linha do tempo típica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Benefícios esperados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Riscos e mitigações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Visão Geral do Processo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Princípios do fluxo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Centrado no cidadão (Persona-first)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Dados como ativo estratégico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Ética e privacidade desde o design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IA generativa com Guard Rails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Monitoramento contínuo de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Uma "GenApp" — aplicação de IA generativa especializada na política pública — que entrega valor personalizado ao cidadão e é monitorada em tempo real pelo gestor.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Atores Envolvidos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Núcleos CPQD no Processo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Órgão demandante. Identifica o problema, define KPIs, valida entregas e monitora resultados da política pública.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7E8F9"/>
                </a:solidFill>
              </a:defRPr>
            </a:pPr>
            <a:r>
              <a:t>Papel: Dono do problema e do resultado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7 núcleos especializados que executam cada fase do processo — da prospecção à comunicação personalizada.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7E8F9"/>
                </a:solidFill>
              </a:defRPr>
            </a:pPr>
            <a:r>
              <a:t>Papel: Motor técnico e operacional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Público-alvo da política pública. Recebe a entrega personalizada via canais digitais (Caixa Postal, app, SMS).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7E8F9"/>
                </a:solidFill>
              </a:defRPr>
            </a:pPr>
            <a:r>
              <a:t>Papel: Beneficiário final e fonte de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Entendendo o Problema Público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O que acontece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O Gestor Público identifica uma necessidade e aciona o CPQD3 Núcleo de IA para iniciar a fase de prospecção.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Mapeamento de riscos e entendimento profundo do problema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Definição das Personas (público-alvo da política)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Definição de Métricas de Sucesso (KPIs)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Análise de viabilidade técnica e orçamentária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Benchmarking de soluções similares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✅ Escopo aprovado e documentado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✅ KPIs do projeto definidos e mensuráveis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✅ Personas mapeadas com necessidades reais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✅ Riscos identificados e plano de mitigação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Sem clareza sobre o problema e as personas, a IA resolve a coisa errada. Esta fase garante que a tecnologia serve à política — não o contrário.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Construindo a Base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CPQD5 Qualificação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Cruza bases de dados com base nas Personas definidas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Limpeza e normalização no Data Lakehouse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Validação de endereçamento real dos cidadãos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Consolidação de datasets confiáveis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19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Catalogação de metadados da política pública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Disponibilização via APIs REST/GraphQL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Consumo seguro entre sistemas e órgãos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Padrões de interoperabilidade governamental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5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✅ Datasets consolidados e confiáveis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4923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✅ Endereçamento real validado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1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✅ APIs seguras para consumo (REST/GraphQL)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7219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✅ Metadados catalogados e documentados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Garantindo Ética e Segurança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CPQD3 Núcleo de IA — Fase Ética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Aplicação de metodologias de mitigação de vieses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Testes de fairness nos modelos e dados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Documentação de decisões éticas (Model Cards)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Validação de representatividade das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19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Privacy by Design aplicado desde a arquitetura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PETs — Privacy Enhancing Technologies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Anonimização e pseudonimização de dados sensíveis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Validação de infraestrutura contra ataques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Conformidade LGPD e Marco Legal da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577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✅ Dados do cidadão protegidos (LGPD)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✅ Infraestrutura validada e segura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8075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✅ Vieses identificados e mitigados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Construindo a GenApp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CPQD2 Plataforma GenAI (Low/No-code)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Absorve o escopo definido na Fase 0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Consome as APIs seguras das Fases 1 e 2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Orquestra agentes de IA especializados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Calibra Guard Rails no LLM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Configura fluxos de decisão e automação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Testes de qualidade e validação com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Uma aplicação de IA generativa especializada — o "motor especialista" da política pública. Não é um chatbot genérico: é um sistema que entende o contexto da política e age sobre ele.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2E8F0"/>
                </a:solidFill>
              </a:defRPr>
            </a:pPr>
            <a:r>
              <a:t>✅ "GenApp" da Política Pública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Motor especialista em funcionamento, com: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• Agentes de IA orquestrados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• Guard Rails calibrados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• APIs integradas e seguras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Chegando ao Cidadão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CPQD6 Comunicação Personalizada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Cruza a GenApp com plataforma CDP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Segmenta por Personas definidas na Fase 0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Gera mensagens proativas e personalizadas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Entrega via Caixa Postal digital (checklist)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Multicanal: app, SMS, e-mail,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Monitora engajamento na ponta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Acompanha notícias e percepção pública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Mede adesão em tempo real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Gera dashboards e clipping exportável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Produz insights preditivos para o gestor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✅ Cidadão recebe mensagem proativa personalizada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✅ Checklist na Caixa Postal digital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Ciclo de Feedback e Ajuste Contínuo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Loop de melhoria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O processo não termina na entrega. O Gestor Público fecha o ciclo comparando métricas reais com os KPIs definidos na Fase 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CPQD7 entrega métricas de engajamento e adesão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Gestor compara com KPIs da Fase 0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Identifica gaps e oportunidades de ajuste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Ajusta tom da comunicação (CPQD6)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Refina modelos e Guard Rails (CPQD2/CPQD3)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Ciclo se repete até atingir metas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Entrega → Medição → Análise → Ajuste → 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O gestor garante o sucesso da política pública através de iteração contínua baseada em dados reais de impacto.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Não é achismo — são dashboards com dados de engajamento real, clipping de mídia e insights preditivos alimentando cada decisão de ajuste.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Arquitetura Técnica Integrada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Stack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Data Lakehouse — Armazenamento unificado (raw + processado)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APIs REST/GraphQL — Interoperabilidade entre órgãos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Plataforma GenAI — Low/No-code para orquestração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LLMs com Guard Rails — Geração controlada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CDP — Personalização de comunicação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PETs — Privacidade computacional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Dashboards BI — Monitoramento em tempo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78BFA"/>
                </a:solidFill>
              </a:defRPr>
            </a:pPr>
            <a:r>
              <a:t>▸ Camada de Ingestão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Bases governamentais, registros civis, dados socioeconômicos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57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D3EE"/>
                </a:solidFill>
              </a:defRPr>
            </a:pPr>
            <a:r>
              <a:t>▸ Camada de Processamento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Limpeza, cruzamento, anonimização, catalogação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80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D399"/>
                </a:solidFill>
              </a:defRPr>
            </a:pPr>
            <a:r>
              <a:t>▸ Camada de Inteligência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Governança e Guard 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LLM não pode gerar informações fora do escopo da política. Respostas são validadas contra base de conhecimento oficial.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Dados pessoais nunca são expostos ao modelo. PETs garantem que a IA trabalha com dados anonimizados ou pseudonimizados.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Testes de fairness contínuos. Monitoramento de disparidade de impacto entre grupos demográficos.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Proteção contra prompt injection, data leakage e ataques adversariais. Infraestrutura validada pelo CPQD4.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Agentes operam apenas dentro dos limites definidos na Fase 0. Qualquer ação fora do escopo é bloqueada e logada.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Toda decisão do sistema é rastreável. Logs completos para accountability e transparência pública.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Métricas e KPIs do Processo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KPIs por Fase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• % de adesão à política pública • Custo por cidadão atendido • Tempo médio de resolução • ROI da solução vs. processo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• Tempo até receber o benefício/serviço • Satisfação (NPS) • Redução de idas presenciais • Clareza da comunicação recebida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Linha do Tempo Típica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4-6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semanas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Design + Escopo +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6-10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Dados + APIs + Integração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3-5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Ética + Segurança + LGPD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8-12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GenApp + Guard Rails + Testes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Entrega + Monitoramento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Tempo total estimado: 25 a 39 semanas (6 a 9 meses)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Fases 1 e 2 podem rodar em paralelo, reduzindo para ~5-7 meses em cenário otimizado.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Riscos e Mitigações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Riscos Principais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Qualidade dos dados de origem (bases desatualizadas)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Resistência institucional à mudança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Dependência de fornecedor único de LLM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Complexidade de integração com sistemas legados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Mudanças regulatórias (Marco Legal da IA)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Expectativas irrealistas de prazo/resultado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CPQD5 valida qualidade antes de prosseguir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Gestão de mudança desde a Fase 0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Arquitetura multi-model (não depender de 1 LLM)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APIs como camada de abstração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Governança adaptativa com revisões trimestrais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KPIs realistas definidos com o gestor na Fase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Em caso de dúvida, o sistema para e escala para decisão humana. Nenhum agente de IA toma decisão irreversível sobre a vida do cidadão sem validação.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Para iniciar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O processo de geração de uma GenApp para política pública é estruturado, auditável e centrado no cidadão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Cada fase tem entradas, saídas e responsáveis claros. O ciclo de feedback garante melhoria contínua baseada em evidências.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Selecionar política pública piloto (alto impacto, baixo risco)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Ativar CPQD3 para Fase 0 de prospecção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Definir Personas e KPIs com o gestor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Estabelecer governança e comitê de ética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Executar, medir, iterar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78BFA"/>
                </a:solidFill>
              </a:defRPr>
            </a:pPr>
            <a:r>
              <a:t>0. Compreensão → Escopo +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D3EE"/>
                </a:solidFill>
              </a:defRPr>
            </a:pPr>
            <a:r>
              <a:t>1. Dados → Datasets +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472B6"/>
                </a:solidFill>
              </a:defRPr>
            </a:pPr>
            <a:r>
              <a:t>2. Ética → Proteção + Fairness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D399"/>
                </a:solidFill>
              </a:defRPr>
            </a:pPr>
            <a:r>
              <a:t>3. Fábrica → GenApp funcionando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