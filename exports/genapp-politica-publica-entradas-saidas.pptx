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Geração de uma Aplicação de IA no Setor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Processo End-to-End com Entradas e Saídas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Cada fase com suas entradas necessárias, o processo executado e as saídas geradas — visão completa do fluxo de uma GenApp de Política Pública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Visão Geral —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O que cada fase precisa receber para iniciar seu trabalho. Sem as entradas corretas, a fase não pode produzir saídas confiáveis.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As atividades executadas pelos Núcleos CPQD que transformam entradas em saídas com qualidade e governança.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Artefatos, sistemas e decisões produzidos — que se tornam entradas da fase seguinte.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As saídas de cada fase são as entradas da próxima. Se uma saída está incompleta ou com baixa qualidade, a fase seguinte herda o problema. Por isso cada fase tem critérios de aceite antes de avançar.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Fase 0: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Demanda formal do Gestor Público (ofício, reunião, briefing)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Descrição do problema público a ser resolvido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Indicação do público-alvo (quem será beneficiado)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Orçamento disponível ou teto orçamentário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Prazo desejado para entrega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Dados existentes sobre o problema (relatórios, pesquisas, indicadores)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Legislação e normas aplicáveis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Stakeholders e decisores envolvidos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Mapeamento de riscos e entendimento profundo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Definição das Personas (público-alvo)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Definição de KPIs mensuráveis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Análise de viabilidade técnica e orçamentária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Benchmarking de soluções similares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Workshops com stakeholders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Priorização de funcionalidades (MoSCoW)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Fase 1: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Escopo aprovado (saída da Fase 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Personas definidas com critérios de segmentação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Acesso às bases de dados governamentais (CadÚnico, CNIS, SIAFI, etc.)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Credenciais e autorizações de acesso aos sistemas-fonte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Dicionário de dados das bases existentes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Regras de negócio para cruzamento de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Requisitos de qualidade de dados (completude, acurácia)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Padrões de interoperabilidade exigidos (e-PING, OpenAPI)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Cruzamento de bases com base nas Personas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Limpeza e normalização no Data Lakehouse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Validação de endereçamento real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Consolidação de datasets confiáveis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Catalogação de metadados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Criação de APIs REST/GraphQL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Testes de qualidade de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Documentação técnica das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Fase 2: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Datasets consolidados (saída da Fase 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APIs documentadas (saída da Fase 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Personas e segmentações definidas (Fase 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Legislação aplicável (LGPD, Marco Legal da IA, regulamentos setoriais)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Política de privacidade do órgão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Relatório de Impacto à Proteção de Dados (RIPD) existente ou template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Requisitos de acessibilidade e inclusão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Critérios de fairness definidos (grupos protegidos)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Arquitetura técnica proposta (infra, rede,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Aplicação de metodologias de mitigação de vieses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Testes de fairness nos modelos 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Documentação ética (Model Cards)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Privacy by Design na arquitetura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Implementação de PETs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Anonimização e pseudonimização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Pen-testing e validação de segurança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Elaboração/atualização do RIPD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Fase 3: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Escopo e KPIs aprovados (Fase 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APIs seguras e documentadas (Fase 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Datasets anonimizados e validados (Fase 2)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Model Cards e requisitos éticos (Fase 2)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Regras de Guard Rails (limites do LLM)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Prompts e instruções de domínio da política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Base de conhecimento oficial (documentos, normas, FAQs)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Casos de teste com Personas reais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Critérios de qualidade de resposta (tom, precisão, escopo)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Configuração da Plataforma GenAI (Low/No-code)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Orquestração de agentes de IA especializados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Calibração de Guard Rails no LLM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Integração com APIs das fases anteriores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Configuração de fluxos de decisão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Testes de qualidade com Personas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Ajuste fino de prompts e respostas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Validação de escopo (não responde fora)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Fase 4: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GenApp validada e pronta (saída da Fase 3)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Personas segmentadas com endereçamento validado (Fases 0+1)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Regras de comunicação por canal (tom, frequência, horário)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Templates de mensagens aprovados pelo Gestor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Configuração de canais (Caixa Postal, SMS, app, e-mail)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Plano de rollout (faseamento, grupos piloto)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KPIs de engajamento definidos (taxa abertura, cliques, adesão)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Dashboards configurados para monitoramento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Plano de contingência (fallback se canal falhar)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Cruzamento GenApp + plataforma CDP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Segmentação por Personas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Geração de mensagens personalizadas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Entrega multicanal (Caixa Postal, app, SMS)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Monitoramento de engajamento em tempo real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Clipping e análise de percepção pública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Geração de insights preditivos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Dashboards para o Gestor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Ciclo de Feedback — Entradas → Processo →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Métricas de engajamento da Fase 4 (taxa abertura, cliques, adesão)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KPIs originais da Fase 0 (baseline para comparação)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Feedback direto do cidadão (NPS, reclamações, sugestões)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Clipping de mídia e percepção pública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Logs de Guard Rail triggers (tentativas bloqueadas)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Relatórios de anomalias e erros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Dados de uso por canal e horário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Comparação métricas reais vs. KPIs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Identificação de gaps e oportunidades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Ajuste de tom da comunicação (META6)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Refinamento de modelos e Guard Rails (META2/META3)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Atualização de Personas se necessário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Priorização de melhorias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Decisão: iterar, escalar ou encerrar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Plano de ajustes priorizado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GenApp atualizada (nova versão)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Comunicação recalibrada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KPIs atualizados (se necessário)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Relatório de progresso ao Gestor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Decisão documentada (continuar/escalar/encerrar)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Mapa de Dependências entre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Cada saída alimenta a próxima fase. O encadeamento garante rastreabilidade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1 depende de: Escopo + Personas (Fase 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2 depende de: Datasets + APIs (Fase 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3 depende de: Dados protegidos + Ética (Fase 2)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4 depende de: GenApp validada (Fase 3)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Feedback depende de: Métricas (Fase 4) + KPIs (Fase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Legislação vigente (LGPD, Marco Legal IA)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Políticas internas do órgão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Orçamento aprovado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Equipe alocada e capacitada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Infraestrutura de TI disponível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Governança e comitê de ética ativo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Atores — Quem fornece as Entradas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Demanda formal e briefing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Acesso às bases de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Orçamento e prazo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Validação de Personas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Aprovação de escopo e KPIs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Templates de comunicação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Decisões de ajuste no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Expertise técnica por fase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Ferramentas e plataformas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Metodologias (fairness, PETs, etc.)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Documentação técnica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Testes e validações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Relatórios de qualidade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Suporte operacional contínuo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Dados cadastrais (via bases gov)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Feedback de uso (NPS, reclamações)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Comportamento de engajamento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Validação implícita (adesão à política)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Sinais de satisfação/insatisfação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Guard Rails — Entradas para Configuração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Escopo exato da política pública (o que a GenApp PODE responder)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Lista de temas proibidos (o que NÃO pode responder)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Base de conhecimento oficial (fonte de verdade)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Exemplos de respostas corretas e incorretas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Limites de dados pessoais (o que nunca expor)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Regras de tom e linguagem (formal, acessível, técnico)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Critérios de escalação para humano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Thresholds de confiança (quando bloquear resposta)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Filtro de conteúdo (escopo)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Filtro de privacidade (dados pessoais)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Filtro de viés (fairness)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Filtro de segurança (prompt injection)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Filtro de auditoria (logging)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Regra de escalação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Guard Rails sem entradas claras geram falsos positivos (bloqueia demais) ou falsos negativos (deixa passar). A qualidade do Guard Rail é proporcional à clareza das entradas.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Arquitetura — Entradas por Camada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Entradas: Bases governamentais, registros civis, dados socioeconômicos, credenciais de acesso, contratos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Entradas: Dados brutos ingeridos, regras de limpeza, dicionário de dados, requisitos de qualidade, políticas de retenção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Entradas: Datasets limpos, prompts de domínio, base de conhecimento, Guard Rails, casos de teste, Model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Entradas: GenApp pronta, Personas segmentadas, templates de mensagem, configuração de canais, regras de frequência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Data Lakehouse populado, dados brutos catalogados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Datasets limpos, APIs documentadas, metadados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GenApp funcionando, respostas validadas, Guard Rails 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Cidadão atendido, dashboards, métricas de engajamento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Checklist de Entradas Obrigatórias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Fase 0 —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Demanda formal do Gestor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Descrição do problema público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Público-alvo identificado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Orçamento disponível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Prazo desejado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Dados existentes sobre o problema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Legislação aplicável mapeada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Stakeholders identificados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Escopo aprovado (Fase 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Acesso às bases de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Credenciais e autorizações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Dicionário de dados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Regras de cruzamento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Requisitos de qualidade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☐ Padrões de interoperabilidade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Métricas — Entradas para Medição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KPIs definidos na Fase 0 (baseline)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Instrumentação de telemetria na GenApp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Integração com plataforma de analytics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Configuração de dashboards (META7)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Definição de alertas e thresholds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Canal de feedback do cidadão (NPS, formulário)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Acesso a dados de mídia (clipping)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Periodicidade de revisão definida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Taxa de adesão à política pública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Custo por cidadão atendido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Tempo médio de resolução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NPS do cidadão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Taxa de abertura e engajamento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Score de fairness contínuo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Guard Rail trigger rate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ROI vs. processo manual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Linha do Tempo — Quando cada Entrada é necessária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4-6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40AF"/>
                </a:solidFill>
              </a:defRPr>
            </a:pPr>
            <a:r>
              <a:t>Entradas: Demanda + Problema + Orçamento + Legislação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6-10 sem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40AF"/>
                </a:solidFill>
              </a:defRPr>
            </a:pPr>
            <a:r>
              <a:t>Entradas: Escopo + Acesso bases + Credenciais + Dicionário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3-5 sem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40AF"/>
                </a:solidFill>
              </a:defRPr>
            </a:pPr>
            <a:r>
              <a:t>Entradas: Datasets + LGPD + RIPD + Fairness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8-12 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40AF"/>
                </a:solidFill>
              </a:defRPr>
            </a:pPr>
            <a:r>
              <a:t>Entradas: APIs + Guard Rails + Base conhecimento + Testes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40AF"/>
                </a:solidFill>
              </a:defRPr>
            </a:pPr>
            <a:r>
              <a:t>Entradas: GenApp + Templates + Canais + Plano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Total: 25 a 39 semanas (6 a 9 meses)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⚠️ Atrasos nas entradas são a principal causa de atraso no cronograma. Planeje a coleta de entradas com antecedência.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Riscos — Entradas Ausentes ou Incompletas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O que acontece sem entradas adequadas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0 sem briefing claro → escopo vago → retrabalho em todas as fases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1 sem acesso a bases → dados incompletos → GenApp com lacunas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2 sem legislação mapeada → risco jurídico → bloqueio em produção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3 sem base de conhecimento → GenApp alucina → cidadão desinformado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Fase 4 sem templates aprovados → comunicação genérica → baixo engajamento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Feedback sem KPIs → impossível medir sucesso → projeto sem direção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Checklist obrigatório de entradas antes de cada fase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Gate review com Gestor entre fases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Prazo de coleta de entradas no cronograma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Responsável nomeado para cada entrada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Fallback: entradas mínimas vs. ideais (MVP)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Escalação automática se entrada atrasa &gt; 1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Nenhuma fase avança com entradas classificadas como "pendente". O status é binário: entregue e validado, ou não entregue.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Resumo — Entradas Críticas por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Cada entrada tem um responsável, um prazo e um critério de aceite. A governança garante que nada avança sem validação.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Para iniciar com sucesso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Com as entradas mapeadas, o processo se torna previsível, auditável e replicável para qualquer política pública.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Validar checklist de entradas da Fase 0 com o Gestor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Nomear responsável por cada entrada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Incluir prazo de coleta de entradas no cronograma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Criar gate review entre fases (go/no-go)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Documentar entradas mínimas vs. ideais (MVP path)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</a:defRPr>
            </a:pPr>
            <a:r>
              <a:t>• Estabelecer escalação para entradas atrasadas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4ED8"/>
                </a:solidFill>
              </a:defRPr>
            </a:pPr>
            <a:r>
              <a:t>📥 Entradas → ⚙️ Processo → 📤 Saídas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C3AED"/>
                </a:solidFill>
              </a:defRPr>
            </a:pPr>
            <a:r>
              <a:t>0. Demanda → Design → Escopo +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891B2"/>
                </a:solidFill>
              </a:defRPr>
            </a:pPr>
            <a:r>
              <a:t>1. Acesso + Regras → Eng. Dados → Datasets +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B2777"/>
                </a:solidFill>
              </a:defRPr>
            </a:pPr>
            <a:r>
              <a:t>2. Legislação + Dados → Ética → Proteção + 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59669"/>
                </a:solidFill>
              </a:defRPr>
            </a:pPr>
            <a:r>
              <a:t>3. APIs + Knowledge → Fábrica → GenApp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