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Assistente Virtual de Férias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Produto de IA Generativa para RH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Atendimento inteligente 24/7 com base documental — respostas precisas, conformes e rastreáveis sobre a Política de Férias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Colaboradores abrem chamados para dúvidas que já estão na Política de Férias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Equipe de RH gasta tempo com perguntas repetitivas e de baixa complexidade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Fila de espera gera insatisfação — colaborador precisa da resposta agora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Respostas inconsistentes entre atendentes (cada um interpreta diferente)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Sem rastreabilidade: não se sabe quantas perguntas são feitas nem sobre o quê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Retrabalho: mesma pergunta respondida dezenas de vezes por mês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Tempo do RH consumido com FAQ = tempo que não é investido em ações estratégicas (retenção, desenvolvimento, cultura)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86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Colaborador insatisfeito, RH sobrecarregado, risco de respostas incorretas por pressa ou desconhecimento da política atualizada.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Consulta a Política de Férias oficial em tempo real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Responde com fundamentação documental (cita o trecho da política)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Disponível 24/7 — sem fila, sem espera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Redireciona para atendimento humano apenas quando necessário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Registra cada interação com métricas de qualidade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Protegido contra manipulação (guardrails de input e output)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Colaborador pergunta em linguagem natural → IA busca na política oficial → Gera resposta fundamentada → Se fora do escopo, redireciona para RH humano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86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Não é um chatbot genérico. É um assistente especializado que SÓ responde com base na política oficial da empresa. Sem improvisação, sem alucinação, sem risco de informação incorreta.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Ganhos Mensuráveis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Redução drástica de chamados repetitivos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Tempo liberado para ações estratégicas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Visibilidade: sabe exatamente o que os colaboradores perguntam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Conformidade: respostas sempre alinhadas à política vigente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39"/>
            <a:ext cx="10515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Resposta imediata, sem esperar dias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Linguagem amigável e objetiva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Confiança: resposta vem da política oficial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Privacidade: conversa individual, sem expor dúvidas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Funcionalidades Implementadas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Busca semântica na política de férias. Retorna trechos relevantes com score de confiança. Filtra resultados abaixo do threshold.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Reescrita automática da pergunta para melhorar a busca. Melhora o score de similaridade em ~10 pontos percentuais.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Proteção contra prompt injection e vazamento de instruções internas. Validação de input E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Janela deslizante de 8 mensagens. Mantém contexto da conversa sem perder informações pessoais (nome, situação).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Tokens consumidos, tempo de resposta, scores RAG — visíveis na sidebar a cada interação.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SQLite registra cada thread e mensagem. Flags automáticas: transbordo (redirecionou para humano) e fora do escopo.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Streamlit com chat natural. Recursos cacheados para performance. Thread por sessão.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Painel com métricas globais, tabela de atendimentos, gráficos de uso e timeline detalhada por conversa.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Dockerfile + docker-compose pronto para EasyPanel. Healthcheck configurado. Deploy em minutos.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Experiência do Usuário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Fluxo do colaborador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"Tenho 6 meses de empresa, posso tirar férias?"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RAG encontra: "O período aquisitivo é de 12 meses..." (score: 0.87)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"Segundo a política, o direito a férias é adquirido após 12 meses completos de trabalho. Com 6 meses, você ainda está no período aquisitivo..."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"E se eu for demitido antes?" → IA mantém contexto e responde sobre férias proporcionais na rescisão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• Pergunta fora do escopo (salário, benefícios, etc.) • Score RAG abaixo do threshold (política não cobre) • Caso complexo que exige análise individual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"Essa questão está fora do meu escopo de férias. Vou direcionar você para abrir um chamado com o RH: [link]"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Cada transbordo é logado com motivo, permitindo ao RH identificar gaps na política ou necessidade de novos módulos.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Painel Administrativo (Backoffice)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Métricas globais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O RH sabe exatamente: quantas perguntas são feitas, sobre o quê, quando transbordam, e quais temas geram mais dúvidas. Dados para decisão.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Tabela de todos os atendimentos com filtros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Gráficos: interações por dia, transbordos, fora do escopo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Timeline detalhada de cada conversa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Tokens consumidos e custo estimado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Identificação de perguntas frequentes (top temas)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Exportação de dados para relatórios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26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Se 30% das perguntas são sobre "vender férias", o RH sabe que precisa comunicar melhor essa regra — ou que a política precisa ser mais clara nesse ponto.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Arquitetura e Implementação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Detalhamento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Como a solução foi construída — stack, padrões e decisões técnicas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Arquitetura RAG — Retrieval-Augmented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Pipeline de processamento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Política de Férias (.md) → chunks de 500 chars (overlap 50) → embeddings via text-embedding-3-small → índice FAISS in-memory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Pergunta conversacional → LLM reescreve em query curta e objetiva (temp=0, max_tokens=100) → melhora score em ~10pp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Query reescrita → FAISS top-k (k=3) por distância L2 → conversão para cosine similarity → filtro por MIN_RELEVANCE (0.55)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System prompt + contexto RAG + memória → GPT-4o-mini (temp=0.3) → resposta fundamentada com citação do trecho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FAISS in-memory: latência &lt; 5ms para busca (base pequena, não precisa de banco vetorial externo)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Chunks de 500 chars: balanceio entre contexto suficiente e precisão do score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Threshold 0.55: calibrado empiricamente — abaixo disso, a resposta não é confiável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Query rewriting: +10pp de score médio vs. busca direta com pergunta conversacional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Embedding normalizado: permite usar fórmula cos_sim = 1 - (L2²/2)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40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A política muda. Com RAG, basta atualizar o documento .md e reindexar — sem retreinar modelo, sem custo, sem downtime. Atualização em segundos.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Guardrails e Segurança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Input Guardrails (antes do LLM)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Regex detecta padrões: "ignore suas instruções", "jailbreak", "revele o prompt", "atue como". Bloqueia antes de chegar ao modelo.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Se 2+ keywords fora do escopo aparecem (salário, demissão, futebol), redireciona para chamado sem gastar tokens.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Mensagens curtas (≤5 chars) e saudações ("oi", "bom dia") passam direto sem validação pesada.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Verifica se a resposta contém tags internas (&lt;prompt&gt;, &lt;identidade&gt;, &lt;protecao&gt;) ou menções a "instruções internas".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Se detectar vazamento, substitui por mensagem padrão de redirecionamento. Nunca expõe o system prompt.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Dupla camada de proteção: input bloqueia ataques, output impede vazamentos. O modelo nunca opera sem supervisão algorítmica.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Observabilidade e Métricas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Banco de dados (SQLite)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UUID • data criação • data fechamento • total mensagens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role • conteúdo • tokens (prompt/resposta/total) • tempo de resposta • scores RAG • modelo usado • flags: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• is_transbordo : resposta contém link de chamado • is_out_of_scope : todos os scores RAG abaixo do threshold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Total threads • Total perguntas • % transbordo • % fora do escopo • Tokens consumidos • Tempo médio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Tempo de resposta (ms)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Tokens: prompt, resposta, total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RAG: query original vs. reescrita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Top-3 documentos com score (%) e trecho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Flag: ✅ acima do threshold / ❌ abaixo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40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Cada interação é auditável. Se um colaborador receber informação incorreta, é possível rastrear exatamente qual trecho da política foi usado, qual score teve, e por que o modelo respondeu daquela forma.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Deploy e Evolução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Infraestrutura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Docker + docker-compose → deploy em EasyPanel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Imagem: python:3.13-slim (leve, segura)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Streamlit headless na porta 8501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Healthcheck configurado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Variáveis de ambiente via .env ou painel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SQLite persistido em volume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• Novos módulos: benefícios, ponto, licenças • Integração com Teams/Slack • SSO corporativo • Feedback do usuário (👍/👎) por resposta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26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• Multi-documento (várias políticas) • Personalização por perfil (CLT, PJ, estagiário) • Integração com sistema de chamados • Analytics avançado com tendências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A arquitetura RAG é modular. Adicionar um novo tema = adicionar um documento + reindexar. Sem retreinar, sem código novo.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