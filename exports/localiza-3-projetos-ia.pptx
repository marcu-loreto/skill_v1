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3 Projetos de IA para Localiza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Projetos de IA Complementares ao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Foco em manutenção inteligente, voz do cliente e retenção proativa — cada projeto com problema, solução e ganho esperado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🚗 Priorizador de Inspeção Pós-Uso Severo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Veículos usados em condições severas (estrada de terra, km alto/dia) não são priorizados para inspeção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Manutenção preventiva é feita por km fixo, ignorando o uso real do veículo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Falhas mecânicas em campo geram custo alto de guincho + insatisfação do cliente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Sem visibilidade sobre quais carros estão mais desgastados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cruza dados de telemetria já disponíveis (km/dia, tipo de via, frenagens bruscas, temperatura do motor, velocidade média) e classifica cada veículo por severidade de uso. Gera um ranking de prioridade para inspeção antes da próxima locação — os mais exigidos são inspecionados primeiro.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19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30% redução em falhas mecânicas em campo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Priorização baseada em dados reais (não km fixo)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de custo de manutenção corretiva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Melhora qualidade da frota com dados já disponíveis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Menos guinchos = menos custo + melhor NPS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🎯 IA para Sentimento, Causa Raiz e Mapa de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Interações com clientes ficam dispersas em textos livres (WhatsApp, chat, e-mail, voz)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Operação trata sintomas sem enxergar a causa raiz dos problemas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Padrões recorrentes não são identificados entre canais e lojas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Falta inteligência gerencial extraída da voz do cliente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Insatisfação latente não vira reclamação — mas vira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analisa TODAS as interações (WhatsApp, chat, e-mail, voz transcrita, chamados). Classifica sentimento + risco de insatisfação. Identifica o problema principal e a causa raiz provável. Mapeia por loja, região, etapa da jornada e tipo de ocorrência. Recomenda ação corretiva ou escalação automática.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Ranking de problemas recorrentes por etapa da jornada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Mapa de causa raiz (não sintomas) por loja/região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Alertas em tempo real para casos críticos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Dashboard executivo de qualidade do atendimento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Identifica insatisfação ANTES da reclamação formal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Reduz retrabalho e melhora priorização de casos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🎯 Sentimento &amp; Causa Raiz — Pipeline 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Pipeline de 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Conversas exportadas: WhatsApp, chat, e-mail, transcrição de voz, chamados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Sentimento (positivo/neutro/negativo) • Classificação do problema • Causa raiz provável • Severidade (1-5) • Etapa da jornada do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Mapa de problemas por loja/região/jornada • Clusters de causa raiz • Tendências temporais • Comparativo entre períodos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Alertas críticos automáticos • Recomendações de ação corretiva • Dashboard executivo • Relatórios periódicos para gestão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Interpretação incorreta → evidências textuais + rótulo "causa provável"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Dados incompletos → taxonomia simples + revisão humana inicial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LGPD → anonimização de dados pessoais no pipeline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Viés → validação com amostra humana nos primeiros 30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Começa com conversas exportadas e taxonomia simples (10-15 categorias). Sem depender de telemetria ou integração complexa. Evolui incrementalmente com feedback da operação.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• Resumo estruturado de cada atendimento • Ranking de problemas recorrentes • Mapa de causa raiz por etapa da jornada • Alertas para casos críticos • Dashboard executivo de qualidade • Relatório periódico com recomendações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🔮 Predição de Churn — Da Causa Raiz à Retenção Proativa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Cliente insatisfeito não renova contrato (frota) ou não volta a alugar (varejo)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Sinais de churn estão nos dados mas não são capturados a tempo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Ações de retenção são reativas — depois que o cliente já saiu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Custo de aquisição de novo cliente é 5-7x maior que reter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Sem conexão entre insatisfação detectada e ação de retenção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Usa sinais do projeto de Sentimento (score negativo recorrente, causa não resolvida, problema reincidente) + dados de uso (frequência de locação, NPS, atraso em renovação) para prever QUEM vai sair. Gera score de risco 0-100 por cliente + motivo provável + ação recomendada para equipe de retenção agir ANTES da perda.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Score de risco de churn por cliente (0-100)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Motivo provável do risco (causa raiz associada)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Ação proativa antes da perda (desconto, contato, upgrade)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100 contratos B2B retidos = R$ 3-5M/ano preservados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Custo do projeto: R$ 200-350K → ROI: 10-15x no 1º 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🔮 Predição de Churn — Arquitetura e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Pipeline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Sentimento (projeto anterior) + histórico de locações + NPS + reclamações + contratos + pagamentos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Frequência de uso • Tendência de sentimento • Causa raiz não resolvida • Tempo desde última interação positiva • Padrão de renovação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Classificação binária (churn/não-churn) + score de probabilidade + explicabilidade (SHAP) para justificar a predição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Score &gt; 70: alerta para retenção • Score &gt; 85: contato proativo imediato • Ação sugerida baseada na causa raiz identificada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BD5E1"/>
                </a:solidFill>
              </a:defRPr>
            </a:pPr>
            <a:r>
              <a:t>• Base Localiza: ~600K veículos, milhões de clientes • Redução de 5% no churn = milhares de contratos retidos • Ticket médio frota B2B: R$ 3-5K/mês por veículo • 100 contratos retidos = R$ 3-5M/ano preservados • Custo do projeto: R$ 200-350K • ROI: 10-15x no primeiro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Funciona melhor APÓS o projeto de Sentimento/Causa Raiz estar em produção — os sinais de sentimento alimentam o modelo de churn. Pode começar com dados históricos enquanto o outro amadurece.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Frota B2B: contratos de alto valor, churn = perda grande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Varejo recorrente: clientes que alugam 3+ vezes/ano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Assinatura: modelo recorrente com risco de cancelamento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Cadeia de Valor — Como os 3 Projetos se Conectam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Melhora a qualidade da frota com dados de telemetria. Reduz falhas em campo.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7E8F9"/>
                </a:solidFill>
              </a:defRPr>
            </a:pPr>
            <a:r>
              <a:t>↓ Alimenta: menos problemas mecânicos = menos reclamações = menos churn por falha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Identifica O QUE causa insatisfação e ONDE está o problema. Inteligência gerencial.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EE7B7"/>
                </a:solidFill>
              </a:defRPr>
            </a:pPr>
            <a:r>
              <a:t>↓ Alimenta: sinais de sentimento negativo + causa raiz não resolvida → features do modelo de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Prevê QUEM vai sair e POR QUÊ. Permite ação proativa de retenção antes da perda.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A8D4"/>
                </a:solidFill>
              </a:defRPr>
            </a:pPr>
            <a:r>
              <a:t>↓ Resultado: retenção cirúrgica baseada em evidência, não em achismo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Frota saudável → Cliente satisfeito → Cliente retido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Cada projeto gera valor isoladamente, mas juntos formam um ciclo virtuoso de qualidade → satisfação → retenção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Roadmap recomendado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1 (4-6 sem): Sentimento &amp; Causa Raiz — MVP com conversas exportadas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2 (6 sem): Priorizador de Inspeção — integração com telemetria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3 (6-8 sem): Predição de Churn — usa sinais do Sprint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Validar priorização com stakeholders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Alinhar acesso a dados (conversas + telemetria)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Definir taxonomia inicial de problemas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Kick-off do Sprint 1 em 2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1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BD5E1"/>
                </a:solidFill>
              </a:defRPr>
            </a:pPr>
            <a:r>
              <a:t>Sentimento/Causa Raiz: R$ 150-250K Priorizador de Inspeção: R$ 200-350K Predição de Churn: R$ 200-350K Total: R$ 550K - 950K ROI esperado: 10-15x em 12-18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19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CA5A5"/>
                </a:solidFill>
              </a:defRPr>
            </a:pPr>
            <a:r>
              <a:t>🔴 Problemas: falhas em campo, insatisfação oculta, churn reativo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7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</a:defRPr>
            </a:pPr>
            <a:r>
              <a:t>🔵 Soluções: telemetria + NLP + ML preditivo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5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F3D0"/>
                </a:solidFill>
              </a:defRPr>
            </a:pPr>
            <a:r>
              <a:t>🟢 Ganhos: -30% falhas, causa raiz visível, ROI 10-15x em retenção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