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8 Projetos de IA para Localiza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Portfólio de IA Complementar —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Cada projeto com o problema que resolve, como resolve e o ganho esperado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📋 Gerador de Resumo Operacional e Evidências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Atendentes gastam 15-20 min montando resumos de ocorrências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Evidências (fotos, laudos, histórico) dispersas em múltiplos sistemas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Inconsistência na documentação gera retrabalho jurídico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consolida automaticamente histórico do veículo, fotos de vistoria, interações do cliente e laudos em um resumo estruturado pronto para uso operacional ou jurídico. Usa dados já existentes — sem nova coleta.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70% redução no tempo de documentação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Padronização automática de evidências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Elimina retrabalho jurídico por inconsistência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Complementa Liza sem competir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⚖️ Assistente de Contestação de Danos/Cobranças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Clientes contestam cobranças sem entender o processo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Alto volume de disputas repetitivas sobrecarrega atendentes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Tempo de resolução alto gera NPS negativo e churn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Cobrança é o #1 motivo de reclamação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analisa fotos de vistoria (antes/depois), compara com histórico do veículo, e gera parecer automático com evidências visuais. Cliente recebe explicação clara e pode contestar com dados objetivos. Autoatendimento guiado.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1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50% redução no tempo de resolução de disputas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Autoatendimento reduz carga no call center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Melhora NPS no ponto mais crítico da jornada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Transparência gera confiança do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🧠 Copiloto de Exceções Operacionais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Casos fora do padrão (acidente, furto, pane) dependem de decisão humana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Inconsistência entre atendentes na resolução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Tempo de decisão alto em situações que exigem agilidade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analisa o caso (tipo de exceção, histórico do cliente, política vigente) e sugere a melhor ação com base em decisões anteriores similares. Atendente valida e executa — IA apoia, não substitui.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40% redução no tempo de resolução de exceções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Padronização de decisões em casos complexos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de erros por inexperiência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Base de precedentes cresce automaticamente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🏪 Copiloto do Portal do Lojista / Seminovos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Lojistas B2B navegam portal complexo para comprar seminovos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Dificuldade em encontrar veículos que atendem critérios específicos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Processo de compra com fricção reduz conversão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Assistente IA no portal B2B que entende o perfil do lojista (região, ticket médio, tipos preferidos) e recomenda lotes, alerta sobre oportunidades e agiliza o processo de compra com linguagem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+25% conversão no canal B2B de seminovos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Recomendação inteligente por perfil do lojista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de tempo de busca e negociação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Aumento de ticket médio por sugestão de lotes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🔍 IA de Qualidade Pós-Devolução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Veículos devolvidos com problemas não detectados na vistoria rápida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Próximo cliente reclama do estado do carro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Retrabalho de limpeza/manutenção após já ter alocado o veículo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Câmeras + IA analisam o veículo na devolução via visão computacional, comparam com estado de saída, e classificam automaticamente: pronto para nova locação, precisa limpeza, ou precisa manutenção.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60% redução em reclamações por estado do veículo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Detecção automática de danos via visão computacional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Priorização inteligente para manutenção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Eliminação de retrabalho pós-alocação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🚗 Priorizador de Inspeção Pós-Uso Severo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Veículos usados em condições severas não são priorizados para inspeção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Manutenção preventiva por km fixo ignora uso real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Falhas mecânicas em campo geram custo alto e insatisfação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cruza dados de telemetria (km/dia, tipo de via, frenagens bruscas, temperatura) e classifica veículos por severidade de uso. Prioriza inspeção dos mais exigidos antes da próxima locação.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30% redução em falhas mecânicas em campo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Priorização baseada em dados reais de uso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Melhora qualidade da frota com dados já disponíveis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de custo de manutenção corretiva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📊 Health Score Operacional Leve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Gestores sem visão consolidada da "saúde" operacional por agência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Indicadores dispersos em múltiplos dashboards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Decisões reativas em vez de preventivas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Combina métricas existentes (NPS, tempo de atendimento, disponibilidade de frota, taxa de reclamação) em um score ponderado por agência (0-100). IA detecta tendências e alerta antes da degradação.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Score único por agência/região (0-100)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Alertas proativos quando score degrada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Gestão preventiva em vez de reativa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Visibilidade executiva consolidada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🔬 Análise de Causa Raiz de Reclamações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Reclamações tratadas individualmente sem análise de padrão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Causas sistêmicas (processo, treinamento, fornecedor) não identificadas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Falta inteligência gerencial a partir do atendimento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IA analisa texto de reclamações (chat, e-mail, redes sociais), classifica por categoria/causa, identifica clusters e tendências, e gera relatórios de causa raiz com recomendações de ação corretiva.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7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Inteligência gerencial extraída de dados de atendimento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Identificação de causas raiz (não sintomas)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Redução estrutural de reclamações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Decisões baseadas em evidência textual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🎯 IA para Sentimento, Causa Raiz e Mapa de Problemas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Interações com clientes ficam dispersas em textos livres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Operação trata sintomas sem enxergar a causa raiz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Padrões recorrentes não identificados entre canais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Falta inteligência gerencial da voz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Analisa WhatsApp, chat, e-mail, voz transcrita e chamados. Classifica sentimento + risco. Identifica problema principal e causa raiz provável. Mapeia por loja, região e jornada. Recomenda ação corretiva ou escalação.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19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Ranking de problemas recorrentes por etapa da jornada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Alertas para casos críticos em tempo real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Dashboard executivo de qualidade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Reduz retrabalho e melhora priorização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Identifica insatisfação latente (antes da reclamação)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🎯 Sentimento &amp; Causa Raiz — Pipeline 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Pipeline de 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Conversas exportadas (WhatsApp, chat, e-mail, transcrição de voz)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Sentimento • Classificação do problema • Causa raiz provável • Severidade • Etapa da jornada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Mapa de problemas por loja/região/jornada • Clusters de causa raiz • Tendências temporais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Alertas críticos • Recomendações • Dashboard executivo • Relatórios periódicos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Interpretação incorreta → evidências textuais + "causa provável"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Dados incompletos → taxonomia simples + revisão humana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LGPD → anonimização de dados pessoais no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5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Começa com conversas exportadas e taxonomia simples. Sem depender de telemetria ou integração complexa. Evolui com feedback da operação.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Projeto #8 foca em reclamações formais. Este analisa TODAS as interações — incluindo atendimentos que não viraram reclamação mas indicam insatisfação latente.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🔮 Predição de Churn — Da Causa Raiz à Retenção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Cliente insatisfeito não renova ou não volta a alugar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Sinais de churn nos dados mas não capturados a tempo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Ações de retenção são reativas (depois que saiu)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Custo de aquisição 5-7x maior que 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Usa sinais do projeto de Sentimento (score negativo, causa não resolvida) + dados de uso (frequência, NPS, contratos) para prever QUEM vai sair. Score de risco 0-100 + motivo provável + ação recomendada para equipe de retenção.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19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Score de risco de churn por cliente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Ação proativa antes da perda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100 contratos B2B retidos = R$ 3-5M/ano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ROI: 10-15x no primeiro ano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Custo do projeto: R$ 200-350K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Roadmap de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Sprints recomendados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1 (4 sem): Projetos #1 e #2 — quick wins de atendimento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2 (4 sem): Projetos #3 e #4 — copiloto operacional + B2B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3 (6 sem): Projetos #5 e #6 — qualidade de frota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4 (6 sem): Projetos #7 e #8 — inteligência gerencial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5 (4-6 sem): Sentimento &amp; Causa Raiz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Sprint 6 (6-8 sem): Predição de Churn (depende Sprint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Cadeia de valor: Causa Raiz → Sentimento → Predição → Retenção Proativa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BD5E1"/>
                </a:solidFill>
              </a:defRPr>
            </a:pPr>
            <a:r>
              <a:t>Projetos #1-4: R$ 200-400K Projetos #5-8: R$ 400-800K Sentimento/Causa Raiz: R$ 150-250K Predição de Churn: R$ 200-350K Total: R$ 950K - 1.8M ROI esperado: 5-15x em 12-18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Cada projeto gera valor isoladamente, mas juntos formam um ecossistema de inteligência operacional que se retroalimenta.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Para começar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Validar priorização com stakeholders Localiza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Definir projeto piloto (recomendação: #1 ou Sentimento)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Alinhar acesso a dados e sistemas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Kick-off do Sprint 1 em 2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19"/>
            <a:ext cx="10515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MVP funcional a cada sprint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Validação com usuários reais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Iteração baseada em feedback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• Documentação e handoff inclusos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5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CA5A5"/>
                </a:solidFill>
              </a:defRPr>
            </a:pPr>
            <a:r>
              <a:t>🔴 Problemas: documentação manual, disputas, exceções, fricção B2B, qualidade de frota, gestão reativa, causas ocultas,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3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5F3FC"/>
                </a:solidFill>
              </a:defRPr>
            </a:pPr>
            <a:r>
              <a:t>🔵 Soluções: IA generativa, visão computacional, NLP, scoring preditivo, copiloto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1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F3D0"/>
                </a:solidFill>
              </a:defRPr>
            </a:pPr>
            <a:r>
              <a:t>🟢 Ganhos: -70% tempo doc, -50% disputas, -40% exceções, +25% conversão B2B, -60% reclamações, -30% falhas, ROI 10-15x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