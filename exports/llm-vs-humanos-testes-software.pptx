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LLMs vs Testadores Humanos Acurácia e Veracidade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Pesquisa Comparativa — Dados de Estudos Publicados (2024-2025)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Comparação de modelos (GPT-4, Qwen, Mistral, Llama, Codex) com testadores humanos na geração de testes de software — cobertura, corretude e qualidade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Contexto — Por que comparar?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A promessa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LLMs podem gerar testes unitários automaticamente a partir do código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Potencial de reduzir custo e tempo de QA em 50-80%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Modelos open-source (Qwen, Mistral, Llama) tornam isso acessível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Geração em segundos vs. horas de trabalho humano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Os testes gerados por LLMs são corretos , completos e confiáveis comparados aos escritos por humanos?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Cobertura de código (line/branch coverage) • Corretude (testes compilam e passam?) • Mutation score (detectam bugs reais?) • Qualidade (test smells, legibilidade) • Acurácia factual (bug reports corretos?)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Dados extraídos de estudos publicados em 2024-2025 com benchmarks padronizados. Resultados variam conforme o dataset e a complexidade do código-alvo.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Cobertura de Código — LLMs vs Ferramentas Tradicionais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Resultados-chave (CoverUp,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Estudo recente mostra que LLMs plain superam abordagens anteriores em: line coverage (+17.7%), branch coverage (+19.8%) e mutation score (+20.4%)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Codex: 80%+ coverage no HumanEval • Mas apenas 2% coverage no EvoSuite SF110 (código real complexo) • GPT-3.5-Turbo e StarCoder: resultados similares ao Codex no HumanEval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LLMs performam bem em código simples/isolado (HumanEval), mas a cobertura cai drasticamente em projetos reais com dependências complexas (SF110: 2%).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Corretude — Os testes gerados funcionam?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Taxa de compilação 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Testes gerados por LLMs sofrem de: Duplicated Asserts, Empty Tests, assertions genéricas (assertTrue sem contexto). Humanos produzem testes mais legíveis e com assertions específicas.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ChatGPT alcança cobertura comparável ao Pynguin, e em alguns casos superior. Porém, a corretude das assertions é inferior — o teste "passa" mas não valida o comportamento correto.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LLMs geram testes que compilam e cobrem linhas, mas a qualidade semântica das assertions (o que realmente está sendo testado) ainda fica abaixo do humano.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Bug Reports — Qwen vs Mistral vs Llama vs 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CTQRS Score (qualidade de bug reports)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Llama 3.2 tem maior acurácia na detecção de campos faltantes (Expected Behavior, Actual Behavior), apesar do menor score geral. Cada modelo tem forças diferentes.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Capacidade de gerar bug reports completos e corretos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Presença de campos obrigatórios (steps to reproduce, expected vs actual)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Clareza e reprodutibilidade do report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Comparação com reports escritos por humanos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Qwen 2.5 fine-tuned supera ChatGPT em 3-shot learning para geração de bug reports. Modelos open-source com fine-tuning competem com proprietários — e custam menos.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Bug reports humanos ainda são superiores em contexto, reprodutibilidade e priorização. LLMs geram reports "corretos na forma" mas às vezes com passos de reprodução genéricos.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Mutation Score — Detectam bugs reais?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 que é mutation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Mede se os testes detectam bugs injetados artificialmente no código. Um teste com alta cobertura mas baixo mutation score "passa por cima" do código sem realmente validar comportamento.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Quando o LLM recebe feedback sobre quais mutantes sobreviveram (bugs não detectados), ele gera testes significativamente melhores na próxima iteração. O loop de feedback é crucial.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LLMs sozinhos geram testes que "cobrem linhas" mas não necessariamente "detectam bugs". Com guidance (mutação, cobertura), a qualidade sobe drasticamente.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Testadores experientes escrevem testes com mutation score naturalmente alto porque pensam em "o que pode dar errado". LLMs precisam de feedback explícito para atingir o mesmo nível.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LLM-as-Judge — Concordância com Humanos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Correlação LLM-juiz vs. humano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Tarefas estruturadas (fluência, gramática, formato)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Instruction-following geral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Ranking de qualidade em textos simples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Avaliação de cobertura factual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1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Raciocínio numérico e lógica complexa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Critérios subjetivos (criatividade, utilidade prática)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Domínios especializados (medicina, direito, engenharia)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Consistência — mesma pergunta, respostas diferentes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5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GPT-4 mostra performance comparável a examinadores humanos em ranking de respostas abertas, sem viés detectável por tamanho ou origem (IA vs humano) da resposta.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3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Em avaliação de 20 tarefas, LLMs como juízes geram critérios desnecessários ou omitem critérios cruciais, resultando em desvio dos especialistas humanos.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Resumo Comparativo — LLMs vs Humanos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Recomendações — Quando usar cada 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unitários de funções simples/isoladas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Geração inicial de test suite (bootstrap)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de regressão para código novo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Bug reports de triagem inicial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Cobertura de happy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de integração complexos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de edge cases críticos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Code review dos testes gerados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Mutation testing com feedback loop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Domínios regulados (saúde, finanças)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exploratórios (criatividade)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de UX e usabilidade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Testes de segurança (pen-testing)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Cenários de negócio complexos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Decisões de priorização de risco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 que os dados mostram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LLMs atingem performance próxima ao humano em tarefas estruturadas e código simples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Em código complexo real, a gap ainda é significativa (2% vs 60-80% coverage)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Qwen 2.5 lidera entre open-source para bug reports (77%), superando Mistral (71%) e Llama (63%)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GPT-4 lidera em corretude de testes (92% compilação)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Mutation-guided LLMs fecham a gap de qualidade com humanos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Velocidade e custo são vantagens imbatíveis dos LLMs (1000x mais barato)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LLMs não substituem testadores humanos — mas transformam o papel deles.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De "escrever testes" para "revisar, priorizar e validar testes gerados". O humano sobe na cadeia de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Modelos open-source (Qwen, Mistral) fechando gap com GPT-4 • Feedback loops (mutação, cobertura) como padrão • LLM-as-judge com 60-80% de concordância humana • Humano como "supervisor de qualidade", não "executor"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